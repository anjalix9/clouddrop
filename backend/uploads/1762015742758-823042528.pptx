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16223"/>
            <a:ext cx="7556421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Code Visualizer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6280190" y="4391739"/>
            <a:ext cx="7556421" cy="1700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Visualization of Stack, Heap Memory, Time &amp; Space Complexity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90" y="6432828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research project exploring interactive memory and algorithm complexity visualization for Computer Science &amp;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32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95707"/>
            <a:ext cx="4196358" cy="2819519"/>
          </a:xfrm>
          <a:prstGeom prst="roundRect">
            <a:avLst>
              <a:gd name="adj" fmla="val 5189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310" y="2795707"/>
            <a:ext cx="121920" cy="28195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3053001"/>
            <a:ext cx="29564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Interactive Learning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2524" y="3543419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Code Visualizer helps programmers understand code execution behind the scenes through real-time visual representations.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2795707"/>
            <a:ext cx="4196358" cy="2819519"/>
          </a:xfrm>
          <a:prstGeom prst="roundRect">
            <a:avLst>
              <a:gd name="adj" fmla="val 5189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482" y="2795707"/>
            <a:ext cx="121920" cy="28195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65696" y="3053001"/>
            <a:ext cx="32106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Memory Visualization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565696" y="3543419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Displays stack memory, heap memory, and variable allocation dynamically as code executes step-by-step.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40133" y="2795707"/>
            <a:ext cx="4196358" cy="2819519"/>
          </a:xfrm>
          <a:prstGeom prst="roundRect">
            <a:avLst>
              <a:gd name="adj" fmla="val 5189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2795707"/>
            <a:ext cx="121920" cy="28195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88868" y="3053001"/>
            <a:ext cx="31502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Performance Analysis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988868" y="3543419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Simultaneously calculates and visualizes time complexity and space complexity of algorithms in action.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587037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 tool transforms abstract concepts into interactive experiences, assisting students and developers in debugging, learning algorithms, and improving coding efficiency.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8820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1639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2745105"/>
            <a:ext cx="3501509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how programs execute internally remains one of the most difficult concepts for programming learners. Memory management, allocation patterns, and algorithm efficiency are often taught theoretically without practical visualization.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21639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2745105"/>
            <a:ext cx="350150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interactive web-based platform that bridges theory and practice by visualizing stack operations, heap allocations, and complexity metrics in real-time as code executes line-by-line.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470452"/>
            <a:ext cx="7556421" cy="87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Code Visualizer transforms complex internal program behavior into intuitive, visual, and interactive learning experiences—an essential educational tool for students, teachers, and professional developers.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9730"/>
            <a:ext cx="58138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Research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1213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4" name="Text 2"/>
          <p:cNvSpPr/>
          <p:nvPr/>
        </p:nvSpPr>
        <p:spPr>
          <a:xfrm>
            <a:off x="878860" y="285464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2890004"/>
            <a:ext cx="35523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Memory Demonstration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3380423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Visually demonstrate the working mechanisms of stack and heap memory during program execution.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56884" y="281213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8" name="Text 6"/>
          <p:cNvSpPr/>
          <p:nvPr/>
        </p:nvSpPr>
        <p:spPr>
          <a:xfrm>
            <a:off x="7541955" y="285464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8194000" y="2890004"/>
            <a:ext cx="29728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Complexity Analysis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94000" y="3380423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Calculate and display both time and space complexity metrics for given algorithms with real-time updates.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92275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2" name="Text 10"/>
          <p:cNvSpPr/>
          <p:nvPr/>
        </p:nvSpPr>
        <p:spPr>
          <a:xfrm>
            <a:off x="878860" y="496526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530906" y="5000625"/>
            <a:ext cx="32601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Memory Management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30906" y="5491043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Help learners understand how memory is allocated, used, and released during program execution cycles.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56884" y="492275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6" name="Text 14"/>
          <p:cNvSpPr/>
          <p:nvPr/>
        </p:nvSpPr>
        <p:spPr>
          <a:xfrm>
            <a:off x="7541955" y="496526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8194000" y="5000625"/>
            <a:ext cx="29278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Interactive Platform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94000" y="5491043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an intuitive web-based platform using React.js and Node.js for seamless user experience and real-time interaction.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2088"/>
            <a:ext cx="58382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Research Gap Study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2449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Existing Tools Fall Short: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Current algorithm visualizers focus only on data structures, while debuggers remain complex and unfriendly for beginners. Traditional tutorials and PDFs lack interactivity and real-time execution tracking.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05451"/>
            <a:ext cx="13042821" cy="2616518"/>
          </a:xfrm>
          <a:prstGeom prst="roundRect">
            <a:avLst>
              <a:gd name="adj" fmla="val 130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61307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343" y="3756779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 Type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591770" y="3756779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Limitations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802779" y="375677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Gap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426339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343" y="4407098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Algorithm Visualizers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591770" y="4407098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structures only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802779" y="440709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memory view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91370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343" y="5057418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Debuggers (GDB, VS)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591770" y="5057418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 interfaces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0802779" y="505741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Steep learning curve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56402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343" y="5707737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Tutorials &amp; PDFs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5591770" y="5707737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Static content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802779" y="570773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interactivity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93790" y="6477119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Solution: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unified, beginner-friendly platform combining real-time memory visualization with complexity analysis.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24169"/>
            <a:ext cx="106070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Architecture &amp; Methodology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7311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328154"/>
            <a:ext cx="640794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50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Code Input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992880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enter code or select predefined algorithms to analyze.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428548" y="297311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548" y="3328154"/>
            <a:ext cx="6408063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8548" y="350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Backend Parsing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28548" y="3992880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Backend simulates execution line-by-line with AST analysis.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93790" y="475261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085040"/>
            <a:ext cx="6407944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5281970"/>
            <a:ext cx="29494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Memory Simulation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5772388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Stack and heap states are tracked through execution.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428548" y="475261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48" y="5085040"/>
            <a:ext cx="6408063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8548" y="5281970"/>
            <a:ext cx="29666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Frontend Rendering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428548" y="5772388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UI for both students and teachers.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013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Detailed Methodology: Execution &amp; Memory Analysis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97850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674" y="3024664"/>
            <a:ext cx="33712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Step 1: Input Reception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54674" y="3515082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enters code or selects from predefined algorithm library.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158734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54674" y="4385548"/>
            <a:ext cx="29825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Step 2: Code Parsing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54674" y="4875967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Backend generates Abstract Syntax Tree (AST) for instruction sequencing.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519618"/>
            <a:ext cx="1134070" cy="16698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54674" y="5746433"/>
            <a:ext cx="40106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Step 3: Memory Simulation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154674" y="6236851"/>
            <a:ext cx="116819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function call pushes stack frames. Dynamic allocations populate heap visualization with pointer references.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013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Detailed Methodology: Complexity &amp; Visualization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97850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674" y="3024664"/>
            <a:ext cx="40252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Step 4: Complexity Analysis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54674" y="3515082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Complexity analyzer measures time (operation count) and space (variable scope, arrays, recursion depth).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158734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54674" y="4385548"/>
            <a:ext cx="41814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Step 5: Real-Time Rendering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54674" y="4875967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counts how many steps or actions the code takes — this helps find the time and space used.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519618"/>
            <a:ext cx="1134070" cy="16698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54674" y="5746433"/>
            <a:ext cx="38753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Step 6: Result Presentation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154674" y="6236851"/>
            <a:ext cx="116819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analysis displayed including execution trace, memory state snapshots, and performance metrics.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41252"/>
            <a:ext cx="103558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Future Enhancements &amp; Discussion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03659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2830473"/>
            <a:ext cx="35889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Multi-Language Support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320891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Extend to C, Python, Java, and JavaScript for broader accessibility.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603659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28304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Advanced Controls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3320891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Step-by-step debugging with Next, Back, Pause, and breakpoint functionality.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500324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47271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AI Optimization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5217557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AI-powered suggestions for code optimization and performance improvements.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500324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3" name="Text 11"/>
          <p:cNvSpPr/>
          <p:nvPr/>
        </p:nvSpPr>
        <p:spPr>
          <a:xfrm>
            <a:off x="7655362" y="4727138"/>
            <a:ext cx="2860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Collaboration Tools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5217557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collaboration enabling mentors and students to work together seamlessly.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42532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Additional roadmap: Export reports (PDF/images), mobile responsive design, competitive algorithm challenges.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201" y="516017"/>
            <a:ext cx="8272343" cy="584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Proposed Outcomes &amp; Conclusion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1645801" y="2692122"/>
            <a:ext cx="2302550" cy="467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100%</a:t>
            </a:r>
            <a:endParaRPr lang="en-US" sz="3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150" y="1522095"/>
            <a:ext cx="2808089" cy="28080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49454" y="4564142"/>
            <a:ext cx="2895481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Interactive Visualization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55201" y="4968835"/>
            <a:ext cx="4283988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 memory and complexity representation in action.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163747" y="2692122"/>
            <a:ext cx="2302550" cy="467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100%</a:t>
            </a:r>
            <a:endParaRPr lang="en-US" sz="3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096" y="1522095"/>
            <a:ext cx="2808089" cy="28080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37553" y="4564142"/>
            <a:ext cx="2355056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Enhanced Learning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173147" y="4968835"/>
            <a:ext cx="4283988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Improved understanding of code execution flow and internals.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0681692" y="2692122"/>
            <a:ext cx="2302550" cy="467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100%</a:t>
            </a:r>
            <a:endParaRPr lang="en-US" sz="36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042" y="1522095"/>
            <a:ext cx="2808089" cy="280808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660380" y="4564142"/>
            <a:ext cx="2345293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Educational Impact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9691092" y="4968835"/>
            <a:ext cx="4283988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Powerful tool for institutions and developers worldwide.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55201" y="5871816"/>
            <a:ext cx="13319998" cy="30956"/>
          </a:xfrm>
          <a:prstGeom prst="rect">
            <a:avLst/>
          </a:prstGeom>
          <a:solidFill>
            <a:srgbClr val="49495A">
              <a:alpha val="50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655201" y="6183511"/>
            <a:ext cx="2808089" cy="35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655201" y="6815257"/>
            <a:ext cx="13319998" cy="898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Code Visualizer bridges the critical gap between theoretical and practical coding understanding. By transforming complex memory and performance concepts into simple, visual, and interactive elements, this project serves as a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powerful educational and debugging tool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fundamentally enhancing how programmers learn, reason about algorithms, and build robust software.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2025-10-30T08:07:36Z</dcterms:created>
  <dcterms:modified xsi:type="dcterms:W3CDTF">2025-10-30T08:07:36Z</dcterms:modified>
</cp:coreProperties>
</file>